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9" r:id="rId3"/>
    <p:sldId id="258" r:id="rId4"/>
    <p:sldId id="260" r:id="rId5"/>
    <p:sldId id="261" r:id="rId6"/>
  </p:sldIdLst>
  <p:sldSz cx="9144000" cy="6858000" type="screen4x3"/>
  <p:notesSz cx="6858000" cy="9144000"/>
  <p:custShowLst>
    <p:custShow name="studigooo" id="0">
      <p:sldLst>
        <p:sld r:id="rId2"/>
        <p:sld r:id="rId3"/>
        <p:sld r:id="rId4"/>
        <p:sld r:id="rId5"/>
        <p:sld r:id="rId6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E18400BC-9605-4144-AFAB-0C0AAD4E1C6A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E231664-3E95-4573-A1D6-CC49AAE1F1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During the release of dopamine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Electricity released by </a:t>
            </a:r>
            <a:r>
              <a:rPr lang="en-US" dirty="0" err="1" smtClean="0"/>
              <a:t>braincells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Braincells</a:t>
            </a:r>
            <a:r>
              <a:rPr lang="en-US" dirty="0" smtClean="0"/>
              <a:t> release electrical energy during your </a:t>
            </a:r>
            <a:r>
              <a:rPr lang="en-US" dirty="0" smtClean="0"/>
              <a:t>thoughts or release of dopamine </a:t>
            </a:r>
            <a:r>
              <a:rPr lang="en-US" dirty="0" smtClean="0"/>
              <a:t>which can add up to 20 watts enough to light up a </a:t>
            </a:r>
            <a:r>
              <a:rPr lang="en-US" dirty="0" smtClean="0"/>
              <a:t>bulb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does </a:t>
            </a:r>
            <a:r>
              <a:rPr lang="en-US" dirty="0" err="1" smtClean="0"/>
              <a:t>braincells</a:t>
            </a:r>
            <a:r>
              <a:rPr lang="en-US" dirty="0" smtClean="0"/>
              <a:t> release electricity?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Dopamine is </a:t>
            </a:r>
            <a:r>
              <a:rPr lang="en-US" dirty="0" smtClean="0"/>
              <a:t>the </a:t>
            </a:r>
            <a:r>
              <a:rPr lang="en-US" dirty="0" smtClean="0"/>
              <a:t>hormone which is released by brain during happy and joyful  movements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r>
              <a:rPr lang="en-US" dirty="0" smtClean="0"/>
              <a:t>opamine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During the release of dopamine the neurons transport the signal of dopamine from one neurons to another by using electrical energy which can only be about 0.1-0.5 micro watt only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only Dopamine?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KEY POINTS TO REMEMBER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energy generated by </a:t>
            </a:r>
            <a:r>
              <a:rPr lang="en-US" dirty="0" err="1" smtClean="0"/>
              <a:t>braincells</a:t>
            </a:r>
            <a:r>
              <a:rPr lang="en-US" dirty="0" smtClean="0"/>
              <a:t> during the release of dopamine is only about 0.1-0.5 watts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17</TotalTime>
  <Words>107</Words>
  <Application>Microsoft Office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  <vt:variant>
        <vt:lpstr>Custom Shows</vt:lpstr>
      </vt:variant>
      <vt:variant>
        <vt:i4>1</vt:i4>
      </vt:variant>
    </vt:vector>
  </HeadingPairs>
  <TitlesOfParts>
    <vt:vector size="7" baseType="lpstr">
      <vt:lpstr>Civic</vt:lpstr>
      <vt:lpstr>Electricity released by braincells</vt:lpstr>
      <vt:lpstr>When does braincells release electricity?</vt:lpstr>
      <vt:lpstr>Dopamine</vt:lpstr>
      <vt:lpstr>Why only Dopamine?</vt:lpstr>
      <vt:lpstr>KEY POINTS TO REMEMBER</vt:lpstr>
      <vt:lpstr>studigooo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released by braincells</dc:title>
  <dc:creator>garg</dc:creator>
  <cp:lastModifiedBy>garg</cp:lastModifiedBy>
  <cp:revision>3</cp:revision>
  <dcterms:created xsi:type="dcterms:W3CDTF">2026-03-23T15:56:17Z</dcterms:created>
  <dcterms:modified xsi:type="dcterms:W3CDTF">2026-03-24T04:51:12Z</dcterms:modified>
</cp:coreProperties>
</file>