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9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12000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transition spd="med" advTm="12000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 advTm="12000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 advTm="12000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Tm="12000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 advTm="12000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12000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Tm="12000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 advTm="12000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12000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12000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 advTm="12000">
    <p:wipe dir="r"/>
  </p:transition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(1)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(2)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(3)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(4)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(5)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(6)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(6)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(6)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(6)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(6)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(6)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(6)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(6)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(6)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(6)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(7)</a:t>
            </a:r>
          </a:p>
        </p:txBody>
      </p:sp>
    </p:spTree>
  </p:cSld>
  <p:clrMapOvr>
    <a:masterClrMapping/>
  </p:clrMapOvr>
  <p:transition spd="med" advTm="12000">
    <p:wipe dir="r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(7)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(8)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(9)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(10)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x = (-b ± √(b² - 4ac)) / 2a</a:t>
            </a:r>
          </a:p>
          <a:p>
            <a:r>
              <a:rPr sz="2000">
                <a:solidFill>
                  <a:srgbClr val="323232"/>
                </a:solidFill>
              </a:rPr>
              <a:t>Example: x²-5x+6=0 → x=2,3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Quadratic Formula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 = πr²</a:t>
            </a:r>
          </a:p>
          <a:p>
            <a:r>
              <a:rPr sz="2000">
                <a:solidFill>
                  <a:srgbClr val="323232"/>
                </a:solidFill>
              </a:rPr>
              <a:t>Example: r=7 → 153.94 cm²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Area of Circle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a² + b² = c²</a:t>
            </a:r>
          </a:p>
          <a:p>
            <a:r>
              <a:rPr sz="2000">
                <a:solidFill>
                  <a:srgbClr val="323232"/>
                </a:solidFill>
              </a:rPr>
              <a:t>Example: 3,4 →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Pythagoras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SI = (P×R×T)/100</a:t>
            </a:r>
          </a:p>
          <a:p>
            <a:r>
              <a:rPr sz="2000">
                <a:solidFill>
                  <a:srgbClr val="323232"/>
                </a:solidFill>
              </a:rPr>
              <a:t>Example: 1000,5%,2 → 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Simple Interest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Speed = Distance/Time</a:t>
            </a:r>
          </a:p>
          <a:p>
            <a:r>
              <a:rPr sz="2000">
                <a:solidFill>
                  <a:srgbClr val="323232"/>
                </a:solidFill>
              </a:rPr>
              <a:t>Example: 100/2 = 50 km/h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Speed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F = ma</a:t>
            </a:r>
          </a:p>
          <a:p>
            <a:r>
              <a:rPr sz="2000">
                <a:solidFill>
                  <a:srgbClr val="323232"/>
                </a:solidFill>
              </a:rPr>
              <a:t>Example: 2×3=6N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Force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W = F×d</a:t>
            </a:r>
          </a:p>
          <a:p>
            <a:r>
              <a:rPr sz="2000">
                <a:solidFill>
                  <a:srgbClr val="323232"/>
                </a:solidFill>
              </a:rPr>
              <a:t>Example: 10×5=50J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Work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KE = ½mv²</a:t>
            </a:r>
          </a:p>
          <a:p>
            <a:r>
              <a:rPr sz="2000">
                <a:solidFill>
                  <a:srgbClr val="323232"/>
                </a:solidFill>
              </a:rPr>
              <a:t>Example: 2,4 →16J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Kinetic Energy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V = IR</a:t>
            </a:r>
          </a:p>
          <a:p>
            <a:r>
              <a:rPr sz="2000">
                <a:solidFill>
                  <a:srgbClr val="323232"/>
                </a:solidFill>
              </a:rPr>
              <a:t>Example: 2×5=10V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Ohm's Law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Density = Mass/Volume</a:t>
            </a:r>
          </a:p>
          <a:p>
            <a:r>
              <a:rPr sz="2000">
                <a:solidFill>
                  <a:srgbClr val="323232"/>
                </a:solidFill>
              </a:rPr>
              <a:t>Example: 10/2=5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Density (11)</a:t>
            </a:r>
          </a:p>
        </p:txBody>
      </p:sp>
    </p:spTree>
  </p:cSld>
  <p:clrMapOvr>
    <a:masterClrMapping/>
  </p:clrMapOvr>
  <p:transition spd="med" advTm="12000">
    <p:wipe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</TotalTime>
  <Words>1518</Words>
  <Application>Microsoft Macintosh PowerPoint</Application>
  <PresentationFormat>On-screen Show (4:3)</PresentationFormat>
  <Paragraphs>330</Paragraphs>
  <Slides>110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Concourse</vt:lpstr>
      <vt:lpstr>Quadratic Formula (1)</vt:lpstr>
      <vt:lpstr>Pythagoras (1)</vt:lpstr>
      <vt:lpstr>Area of Circle (1)</vt:lpstr>
      <vt:lpstr>Simple Interest (1)</vt:lpstr>
      <vt:lpstr>Speed (1)</vt:lpstr>
      <vt:lpstr>Force (1)</vt:lpstr>
      <vt:lpstr>Work (1)</vt:lpstr>
      <vt:lpstr>Kinetic Energy (1)</vt:lpstr>
      <vt:lpstr>Ohm's Law (1)</vt:lpstr>
      <vt:lpstr>Density (1)</vt:lpstr>
      <vt:lpstr>Quadratic Formula (2)</vt:lpstr>
      <vt:lpstr>Area of Circle (2)</vt:lpstr>
      <vt:lpstr>Pythagoras (2)</vt:lpstr>
      <vt:lpstr>Simple Interest (2)</vt:lpstr>
      <vt:lpstr>Speed (2)</vt:lpstr>
      <vt:lpstr>Force (2)</vt:lpstr>
      <vt:lpstr>Work (2)</vt:lpstr>
      <vt:lpstr>Kinetic Energy (2)</vt:lpstr>
      <vt:lpstr>Ohm's Law (2)</vt:lpstr>
      <vt:lpstr>Density (2)</vt:lpstr>
      <vt:lpstr>Quadratic Formula (3)</vt:lpstr>
      <vt:lpstr>Area of Circle (3)</vt:lpstr>
      <vt:lpstr>Pythagoras (3)</vt:lpstr>
      <vt:lpstr>Simple Interest (3)</vt:lpstr>
      <vt:lpstr>Speed (3)</vt:lpstr>
      <vt:lpstr>Force (3)</vt:lpstr>
      <vt:lpstr>Work (3)</vt:lpstr>
      <vt:lpstr>Kinetic Energy (3)</vt:lpstr>
      <vt:lpstr>Ohm's Law (3)</vt:lpstr>
      <vt:lpstr>Density (3)</vt:lpstr>
      <vt:lpstr>Quadratic Formula (4)</vt:lpstr>
      <vt:lpstr>Area of Circle (4)</vt:lpstr>
      <vt:lpstr>Pythagoras (4)</vt:lpstr>
      <vt:lpstr>Simple Interest (4)</vt:lpstr>
      <vt:lpstr>Speed (4)</vt:lpstr>
      <vt:lpstr>Force (4)</vt:lpstr>
      <vt:lpstr>Work (4)</vt:lpstr>
      <vt:lpstr>Kinetic Energy (4)</vt:lpstr>
      <vt:lpstr>Ohm's Law (4)</vt:lpstr>
      <vt:lpstr>Density (4)</vt:lpstr>
      <vt:lpstr>Quadratic Formula (5)</vt:lpstr>
      <vt:lpstr>Area of Circle (5)</vt:lpstr>
      <vt:lpstr>Pythagoras (5)</vt:lpstr>
      <vt:lpstr>Simple Interest (5)</vt:lpstr>
      <vt:lpstr>Speed (5)</vt:lpstr>
      <vt:lpstr>Force (5)</vt:lpstr>
      <vt:lpstr>Work (5)</vt:lpstr>
      <vt:lpstr>Kinetic Energy (5)</vt:lpstr>
      <vt:lpstr>Ohm's Law (5)</vt:lpstr>
      <vt:lpstr>Density (5)</vt:lpstr>
      <vt:lpstr>Quadratic Formula (6)</vt:lpstr>
      <vt:lpstr>Area of Circle (6)</vt:lpstr>
      <vt:lpstr>Pythagoras (6)</vt:lpstr>
      <vt:lpstr>Simple Interest (6)</vt:lpstr>
      <vt:lpstr>Speed (6)</vt:lpstr>
      <vt:lpstr>Force (6)</vt:lpstr>
      <vt:lpstr>Work (6)</vt:lpstr>
      <vt:lpstr>Kinetic Energy (6)</vt:lpstr>
      <vt:lpstr>Ohm's Law (6)</vt:lpstr>
      <vt:lpstr>Density (6)</vt:lpstr>
      <vt:lpstr>Quadratic Formula (7)</vt:lpstr>
      <vt:lpstr>Area of Circle (7)</vt:lpstr>
      <vt:lpstr>Pythagoras (7)</vt:lpstr>
      <vt:lpstr>Simple Interest (7)</vt:lpstr>
      <vt:lpstr>Speed (7)</vt:lpstr>
      <vt:lpstr>Force (7)</vt:lpstr>
      <vt:lpstr>Work (7)</vt:lpstr>
      <vt:lpstr>Kinetic Energy (7)</vt:lpstr>
      <vt:lpstr>Ohm's Law (7)</vt:lpstr>
      <vt:lpstr>Density (7)</vt:lpstr>
      <vt:lpstr>Quadratic Formula (8)</vt:lpstr>
      <vt:lpstr>Area of Circle (8)</vt:lpstr>
      <vt:lpstr>Pythagoras (8)</vt:lpstr>
      <vt:lpstr>Simple Interest (8)</vt:lpstr>
      <vt:lpstr>Speed (8)</vt:lpstr>
      <vt:lpstr>Force (8)</vt:lpstr>
      <vt:lpstr>Work (8)</vt:lpstr>
      <vt:lpstr>Kinetic Energy (8)</vt:lpstr>
      <vt:lpstr>Ohm's Law (8)</vt:lpstr>
      <vt:lpstr>Density (8)</vt:lpstr>
      <vt:lpstr>Quadratic Formula (9)</vt:lpstr>
      <vt:lpstr>Area of Circle (9)</vt:lpstr>
      <vt:lpstr>Pythagoras (9)</vt:lpstr>
      <vt:lpstr>Simple Interest (9)</vt:lpstr>
      <vt:lpstr>Speed (9)</vt:lpstr>
      <vt:lpstr>Force (9)</vt:lpstr>
      <vt:lpstr>Work (9)</vt:lpstr>
      <vt:lpstr>Kinetic Energy (9)</vt:lpstr>
      <vt:lpstr>Ohm's Law (9)</vt:lpstr>
      <vt:lpstr>Density (9)</vt:lpstr>
      <vt:lpstr>Quadratic Formula (10)</vt:lpstr>
      <vt:lpstr>Area of Circle (10)</vt:lpstr>
      <vt:lpstr>Pythagoras (10)</vt:lpstr>
      <vt:lpstr>Simple Interest (10)</vt:lpstr>
      <vt:lpstr>Speed (10)</vt:lpstr>
      <vt:lpstr>Force (10)</vt:lpstr>
      <vt:lpstr>Work (10)</vt:lpstr>
      <vt:lpstr>Kinetic Energy (10)</vt:lpstr>
      <vt:lpstr>Ohm's Law (10)</vt:lpstr>
      <vt:lpstr>Density (10)</vt:lpstr>
      <vt:lpstr>Quadratic Formula (11)</vt:lpstr>
      <vt:lpstr>Area of Circle (11)</vt:lpstr>
      <vt:lpstr>Pythagoras (11)</vt:lpstr>
      <vt:lpstr>Simple Interest (11)</vt:lpstr>
      <vt:lpstr>Speed (11)</vt:lpstr>
      <vt:lpstr>Force (11)</vt:lpstr>
      <vt:lpstr>Work (11)</vt:lpstr>
      <vt:lpstr>Kinetic Energy (11)</vt:lpstr>
      <vt:lpstr>Ohm's Law (11)</vt:lpstr>
      <vt:lpstr>Density (11)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 Formula (1)</dc:title>
  <dc:subject/>
  <dc:creator/>
  <cp:keywords/>
  <dc:description>generated using python-pptx</dc:description>
  <cp:lastModifiedBy>garg</cp:lastModifiedBy>
  <cp:revision>2</cp:revision>
  <dcterms:created xsi:type="dcterms:W3CDTF">2013-01-27T09:14:16Z</dcterms:created>
  <dcterms:modified xsi:type="dcterms:W3CDTF">2026-04-08T12:51:52Z</dcterms:modified>
  <cp:category/>
</cp:coreProperties>
</file>